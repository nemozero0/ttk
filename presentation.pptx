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1005840"/>
            <a:ext cx="3410712" cy="384048"/>
          </a:xfrm>
          <a:prstGeom prst="roundRect">
            <a:avLst/>
          </a:prstGeom>
          <a:solidFill>
            <a:srgbClr val="0E204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КОНЦЕПЦИЯ И МИССИЯ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00200"/>
            <a:ext cx="9994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Понятная навигация внутри зданий без установки приложений</a:t>
            </a:r>
          </a:p>
          <a:p>
            <a:pPr algn="ctr">
              <a:spcBef>
                <a:spcPts val="12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Посетитель наводит камеру смартфона на QR-код и за 1 секунду открывает интерактивную карту этажа прямо в браузере. Без очередей к информационным стойкам и потерянных минут.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Быстрый старт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Работает на любом смартфоне или компьютере без скачивания приложений из App Store или Google Play.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📍 Точный маршрут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Пошаговое построение пути от входа до нужного кабинета или стенда с расчетом времени в пути.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🛠️ Простой конструктор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Организатор создает и правит схему помещения за 15 минут в интуитивном визуальном редакторе.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2217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ЦЕНТР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Панель организатора: все мероприятия и площадки под рукой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Единое окно для управления событиями: запуск новых карт и разграничение доступа.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📋 Карточки мероприятий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Наглядное разделение на статусы («Черновик» для работы команды или «Опубликована» для гостей).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19271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📍 Привязка к физическому адресу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К каждому событию прикреплен точный физический адрес площадки для ориентации гостей.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64023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🔒 Быстрый безопасный вход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Кнопка «Я организатор» с оперативным вводом пароля (demo123) защищает карты от случайных правок.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2389476"/>
            <a:ext cx="5632704" cy="3130605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62628"/>
            <a:ext cx="5486400" cy="29843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556657"/>
            <a:ext cx="5486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Segoe UI"/>
              </a:defRPr>
            </a:pPr>
            <a:r>
              <a:t>Экран панели организатора со списком карточек и созданием карты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ВИЗУАЛЬНЫЙ РЕДАКТОР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Конструктор схемы: просто, как конструктор Lego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Создание и редактирование помещений мышкой без необходимости изучать тяжелые CAD-программы.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📐 Сетка с шагом 1 метр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Магнитная привязка стен и вершин гарантирует идеальную геометрию без кривых линий.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19271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📦 Комнаты по площади (м²)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Генерация комнаты нужного метража и свободное добавление вершин для сложных полигонов.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64023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🚪 Архитектурные двери и проемы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Выбор ширины (от 0.8 до 2.0 м), поворот на 90° и настройка открывания створок.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2381439"/>
            <a:ext cx="5632704" cy="3146679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1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54591"/>
            <a:ext cx="54864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564694"/>
            <a:ext cx="5486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Segoe UI"/>
              </a:defRPr>
            </a:pPr>
            <a:r>
              <a:t>Интерфейс конструктора: координатная сетка, добавление комнат и дверей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042E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ОПЫТ ПОСЕТИТЕЛЯ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Навигация для гостя: маршрут за 1 клик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Гость выбирает начальную и конечную точку — сервис мгновенно рисует маршрут по коридорам.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🚶 Четкая линия пути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Например, «Главный вход → Лифт»: система пишет «1 мин пешком» и показывает траекторию движения.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19271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🔍 Интерактивные карточки зон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Клик по стенду или кабинету открывает название, описание и кнопку «Проложить маршрут сюда».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64023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📱 Плавный зум и перемещение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Легкое управление жестами на экране смартфона или колесиком мыши на компьютере.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4552" y="1801367"/>
            <a:ext cx="4364494" cy="4306824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4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04" y="1874519"/>
            <a:ext cx="421819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77704" y="6144767"/>
            <a:ext cx="421819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Segoe UI"/>
              </a:defRPr>
            </a:pPr>
            <a:r>
              <a:t>Экран гостя: построенный путь «Главный вход → Лифт», 1 мин пешком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АНАЛИТИКА ПЛОЩАДКИ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Реальная статистика: прозрачный интерес гостей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Организатор и спонсоры видят объективные данные о посещаемости каждого стенда и зоны.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👁️ Счетчики просмотров и кликов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Фиксация общего числа открытий карты, кликов по стендам и обращений к поиску пути.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19271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📊 График динамики по дням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Наглядный 14-дневный график активности показывает пиковые часы нагрузки на площадку.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64023"/>
            <a:ext cx="493776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🎯 Тепловая карта интереса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Понимание, какие локации привлекают больше внимания, а какие требуют лучшей навигации.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72182" y="1801367"/>
            <a:ext cx="3629235" cy="4306824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2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34" y="1874519"/>
            <a:ext cx="3482931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5334" y="6144767"/>
            <a:ext cx="3482931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Segoe UI"/>
              </a:defRPr>
            </a:pPr>
            <a:r>
              <a:t>Экран аналитики: счетчики просмотров, кликов и динамика за 14 дней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2217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ИНЖЕНЕРНАЯ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 простыми словами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Современные и проверенные технологии для высокой скорости и стабильности без оверинжиниринга.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ФРОНТЕНД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19 + Vite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Моментальный запуск интерфейса за доли секунды, плавная анимация и работа без зависаний даже на бюджетных телефонах.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92024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ОТРИСОВКА КАРТЫ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Векторный SVG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Четкие линии при любом приближении. Векторный файл карты весит в десятки раз меньше тяжелых картинок.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92024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СЕРВЕР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Python (FastAPI)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Современный асинхронный сервер. Высокая скорость построения маршрутов и стабильная обработка запросов гостей.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БАЗА ДАННЫХ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PostgreSQL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Надежное промышленное хранилище для мероприятий, планов этажей, маршрутов и статистики посещений.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416052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ОТКАЗОУСТОЙЧИВОСТЬ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Резервный SQLite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Автоматическое плавное переключение на встроенную локальную базу при работе на автономных стендах без Docker.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4160520"/>
            <a:ext cx="3328416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РАЗВЕРТЫВАНИЕ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Упаковка всего приложения в изолированные контейнеры. Запуск на любом сервере или ноутбуке одной командой.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347472"/>
          </a:xfrm>
          <a:prstGeom prst="roundRect">
            <a:avLst/>
          </a:prstGeom>
          <a:solidFill>
            <a:srgbClr val="042E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ЭФФЕКТ ОТ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Главный результат: выигрывают все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Проект решает задачи комплексно — и для организатора, и для посетителей, и для площадки.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👔 Для организатора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 b="1">
                <a:solidFill>
                  <a:srgbClr val="3B82F6"/>
                </a:solidFill>
                <a:latin typeface="Segoe UI"/>
              </a:defRPr>
            </a:pPr>
            <a:r>
              <a:t>15 минут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План площадки готов без найма дизайнеров и чертежников.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Мгновенные правки на ходу: переставили стол — карта сразу обновилась.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Не нужно печатать тысячи бумажных буклетов, которые выбрасывают.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920240"/>
            <a:ext cx="3328416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🚶 Для посетителя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 секунд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Не требуется скачивать приложения или проходить регистрацию.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Понятная стрелка маршрута прямо от входа к нужной цели.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Точное знание времени в пути — никаких опозданий на лекции и встречи.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920240"/>
            <a:ext cx="3328416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🏢 Для площадки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 b="1">
                <a:solidFill>
                  <a:srgbClr val="8B5CF6"/>
                </a:solidFill>
                <a:latin typeface="Segoe UI"/>
              </a:defRPr>
            </a:pPr>
            <a:r>
              <a:t>100% данных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Честная статистика просмотров и кликов по каждому партнеру.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Снижение нагрузки на администраторов и службу безопасности.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 Повышение статуса мероприятия за счет цифрового сервиса.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